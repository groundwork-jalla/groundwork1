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9A9A9A"/>
                </a:solidFill>
                <a:latin typeface="Calibri"/>
              </a:rPr>
              <a:t>GROUNDWORK BY JALLA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Testing the platform,
beginning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206240"/>
            <a:ext cx="2011680" cy="28575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B8B8B8"/>
                </a:solidFill>
                <a:latin typeface="Calibri"/>
              </a:rPr>
              <a:t>From creating an account to completing a build — ten flows, in the order a
real client would meet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Calibri"/>
              </a:rPr>
              <a:t>Version 1.0   ·   16 August 2026   ·   tryjalla.com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The journey you are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174339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D8D6D2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99232"/>
            <a:ext cx="12861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A0A0A"/>
                </a:solidFill>
                <a:latin typeface="Calibri"/>
              </a:rPr>
              <a:t>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12861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Sign up, confirm
email, 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7795" y="3154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D8D6D2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23555" y="2148840"/>
            <a:ext cx="174339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7875" y="2395728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D8D6D2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7875" y="2999232"/>
            <a:ext cx="12861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A0A0A"/>
                </a:solidFill>
                <a:latin typeface="Calibri"/>
              </a:rPr>
              <a:t>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7875" y="3429000"/>
            <a:ext cx="12861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11 steps, from
country to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8390" y="3154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D8D6D2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24150" y="2148840"/>
            <a:ext cx="174339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8470" y="2395728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D8D6D2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8470" y="2999232"/>
            <a:ext cx="12861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A0A0A"/>
                </a:solidFill>
                <a:latin typeface="Calibri"/>
              </a:rPr>
              <a:t>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8470" y="3429000"/>
            <a:ext cx="12861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10 stages, 60
substages,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8985" y="3154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D8D6D2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745" y="2148840"/>
            <a:ext cx="174339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065" y="2395728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D8D6D2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065" y="2999232"/>
            <a:ext cx="12861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A0A0A"/>
                </a:solidFill>
                <a:latin typeface="Calibri"/>
              </a:rPr>
              <a:t>Money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065" y="3429000"/>
            <a:ext cx="12861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Costing, payments,
milestones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9580" y="3154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D8D6D2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5340" y="2148840"/>
            <a:ext cx="174339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99660" y="2395728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D8D6D2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9660" y="2999232"/>
            <a:ext cx="12861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A0A0A"/>
                </a:solidFill>
                <a:latin typeface="Calibri"/>
              </a:rPr>
              <a:t>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9660" y="3429000"/>
            <a:ext cx="12861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Final handover,
archive or delete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074920"/>
            <a:ext cx="10545775" cy="868680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285232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0A0A0A"/>
                </a:solidFill>
                <a:latin typeface="Calibri"/>
              </a:rPr>
              <a:t>Test in this order. </a:t>
            </a:r>
            <a:r>
              <a:rPr sz="1450" b="0">
                <a:solidFill>
                  <a:srgbClr val="0A0A0A"/>
                </a:solidFill>
                <a:latin typeface="Calibri"/>
              </a:rPr>
              <a:t>Each phase depends on the one before it — you cannot track a build you have not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BEFORE YOU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Three things to know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34290" cy="9601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1488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0A0A0A"/>
                </a:solidFill>
                <a:latin typeface="Calibri"/>
              </a:rPr>
              <a:t>It is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8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Stay on the Self Verify plan throughout. Nothing here will charge you.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83280"/>
            <a:ext cx="34290" cy="9601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3832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0A0A0A"/>
                </a:solidFill>
                <a:latin typeface="Calibri"/>
              </a:rPr>
              <a:t>No real payment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67328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Payment processing is not live. The Payments screens record what you say you paid — they do not move money.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17720"/>
            <a:ext cx="34290" cy="9601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6177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0A0A0A"/>
                </a:solidFill>
                <a:latin typeface="Calibri"/>
              </a:rPr>
              <a:t>Confusion is the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001768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If a screen puzzles you, that is what we need to hear. Note what you expected instead. "I did not understand this number" beats a typo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BEFORE YOU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Reporting something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0A0A0A"/>
                </a:solidFill>
                <a:latin typeface="Calibri"/>
              </a:rPr>
              <a:t>Give us five things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697480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Which flow and step  (e.g. "Flow 2, step 8")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154680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What you expected to happen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611880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What actually happened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4069080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A screenshot if the screen looked wrong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526280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Browser, and phone or computer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103120"/>
            <a:ext cx="4693615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395728"/>
            <a:ext cx="4053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0A0A0A"/>
                </a:solidFill>
                <a:latin typeface="Calibri"/>
              </a:rPr>
              <a:t>Red error messages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852928"/>
            <a:ext cx="405353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Copy the exact wording, including the code in brackets.
That code tells us precisely where it broke — it is the difference between an hour of guessing and a five-minute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PHASE 01  · 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Sign up and first sign-in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514600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Go to tryjalla.com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35224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935224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Click Join for 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5584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355848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Email + password, or Continue with 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76472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3776472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Click the confirmation link in your inbox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9709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197096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Onboarding — pick your country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2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4617720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You land on the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5740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1460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2514600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Does the email arrive in a minute? Spam?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35224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2935224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French-speaking country — does it offer French?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5584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3355848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Is an empty dashboard understandable?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76472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3776472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Log out and back 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9709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4197096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Forgot password — does the reset work?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6235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Expected time: 3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PHASE 02  · 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The wizard, step by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154426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15442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8D6D2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1269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Country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3261" y="2148840"/>
            <a:ext cx="154426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4429" y="2267712"/>
            <a:ext cx="15442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8D6D2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4429" y="2551176"/>
            <a:ext cx="1269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Project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3562" y="2148840"/>
            <a:ext cx="154426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4730" y="2267712"/>
            <a:ext cx="15442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8D6D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4730" y="2551176"/>
            <a:ext cx="1269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Building 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3863" y="2148840"/>
            <a:ext cx="154426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5031" y="2267712"/>
            <a:ext cx="15442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8D6D2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2551176"/>
            <a:ext cx="1269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Floors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4164" y="2148840"/>
            <a:ext cx="154426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5332" y="2267712"/>
            <a:ext cx="15442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8D6D2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5332" y="2551176"/>
            <a:ext cx="1269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Rooms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4465" y="2148840"/>
            <a:ext cx="154426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25633" y="2267712"/>
            <a:ext cx="15442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8D6D2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5633" y="2551176"/>
            <a:ext cx="1269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Staff quarters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264408"/>
            <a:ext cx="154426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3383280"/>
            <a:ext cx="15442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8D6D2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3666744"/>
            <a:ext cx="1269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Roof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23261" y="3264408"/>
            <a:ext cx="1544269" cy="9326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24429" y="3383280"/>
            <a:ext cx="15442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888888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4429" y="3666744"/>
            <a:ext cx="1269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Details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23562" y="3264408"/>
            <a:ext cx="1544269" cy="9326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4730" y="3383280"/>
            <a:ext cx="15442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888888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4730" y="3666744"/>
            <a:ext cx="1269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3863" y="3264408"/>
            <a:ext cx="1544269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5031" y="3383280"/>
            <a:ext cx="15442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D8D6D2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5031" y="3666744"/>
            <a:ext cx="1269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Plan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24164" y="3264408"/>
            <a:ext cx="1544269" cy="9326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5332" y="3383280"/>
            <a:ext cx="154426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888888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5332" y="3666744"/>
            <a:ext cx="12699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Confirm budget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4617720"/>
            <a:ext cx="10545775" cy="1188720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846320"/>
            <a:ext cx="9905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0A0A0A"/>
                </a:solidFill>
                <a:latin typeface="Calibri"/>
              </a:rPr>
              <a:t>The three filled steps are where we need you most. </a:t>
            </a:r>
            <a:r>
              <a:rPr sz="1450" b="0">
                <a:solidFill>
                  <a:srgbClr val="0A0A0A"/>
                </a:solidFill>
                <a:latin typeface="Calibri"/>
              </a:rPr>
              <a:t>Step 8 sets the floor area that drives every figure. Step 9 shows the cost breakdown. Step 11 is where you accept or override the budget.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Expected time: 10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PHASE 02  · 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Watch the drawing build itself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50" b="0">
                <a:solidFill>
                  <a:srgbClr val="0A0A0A"/>
                </a:solidFill>
                <a:latin typeface="Calibri"/>
              </a:rPr>
              <a:t>As you answer, a technical drawing assembles on the right — floors stack, windows appear per room, the roof changes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2044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0A0A0A"/>
                </a:solidFill>
                <a:latin typeface="Calibri"/>
              </a:rPr>
              <a:t>Does it match what you think
you are describing?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2103120"/>
            <a:ext cx="4419295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377440"/>
            <a:ext cx="3779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Tell us 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92608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98664" y="2926080"/>
            <a:ext cx="34957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0A0A0A"/>
                </a:solidFill>
                <a:latin typeface="Calibri"/>
              </a:rPr>
              <a:t>The window count is wrong for your rooms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364992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98664" y="3364992"/>
            <a:ext cx="34957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0A0A0A"/>
                </a:solidFill>
                <a:latin typeface="Calibri"/>
              </a:rPr>
              <a:t>The floors are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803904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98664" y="3803904"/>
            <a:ext cx="34957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0A0A0A"/>
                </a:solidFill>
                <a:latin typeface="Calibri"/>
              </a:rPr>
              <a:t>The roof shape is not what you chose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83480"/>
            <a:ext cx="10545775" cy="868680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193792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It is the only feedback that shows whether we understood your answers.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PHASE 02  ·  STEP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The floor area is the number to scrutinise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5394960" cy="2286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957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888888"/>
                </a:solidFill>
                <a:latin typeface="Calibri"/>
              </a:rPr>
              <a:t>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889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120 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118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AAAAAA"/>
                </a:solidFill>
                <a:latin typeface="Calibri"/>
              </a:rPr>
              <a:t>per floor, for a 5-bedroom
2-storey semi-detached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46936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0A0A0A"/>
                </a:solidFill>
                <a:latin typeface="Calibri"/>
              </a:rPr>
              <a:t>We suggest this from your room list. It drives the entire budget — more than anything else on the screen.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10128"/>
            <a:ext cx="46936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50" b="1">
                <a:solidFill>
                  <a:srgbClr val="0A0A0A"/>
                </a:solidFill>
                <a:latin typeface="Calibri"/>
              </a:rPr>
              <a:t>Note it is the area of ONE floor,
not the whole house.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224528"/>
            <a:ext cx="46936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Is that clear from the screen? If you know what your house actually measures, does our suggestion look sensible?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PHASE 02  ·  STEP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The four lines you are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1054577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45720" cy="6217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4942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A0A0A"/>
                </a:solidFill>
                <a:latin typeface="Calibri"/>
              </a:rPr>
              <a:t>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276856"/>
            <a:ext cx="6796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6B6B"/>
                </a:solidFill>
                <a:latin typeface="Calibri"/>
              </a:rPr>
              <a:t>The build itself — roughly 60% material, 40% labour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52928"/>
            <a:ext cx="1054577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852928"/>
            <a:ext cx="45720" cy="6217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9992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A0A0A"/>
                </a:solidFill>
                <a:latin typeface="Calibri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026664"/>
            <a:ext cx="6796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6B6B"/>
                </a:solidFill>
                <a:latin typeface="Calibri"/>
              </a:rPr>
              <a:t>Architectural and structural drawings, charged on built area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02736"/>
            <a:ext cx="1054577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602736"/>
            <a:ext cx="45720" cy="6217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49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A0A0A"/>
                </a:solidFill>
                <a:latin typeface="Calibri"/>
              </a:rPr>
              <a:t>Professional Fee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776472"/>
            <a:ext cx="6796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6B6B"/>
                </a:solidFill>
                <a:latin typeface="Calibri"/>
              </a:rPr>
              <a:t>Groundwork’s fee: stage supervision and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352544"/>
            <a:ext cx="1054577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352544"/>
            <a:ext cx="45720" cy="6217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4988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A0A0A"/>
                </a:solidFill>
                <a:latin typeface="Calibri"/>
              </a:rPr>
              <a:t>Permit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526280"/>
            <a:ext cx="67967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6B6B"/>
                </a:solidFill>
                <a:latin typeface="Calibri"/>
              </a:rPr>
              <a:t>Planning approval and building permit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solidFill>
            <a:srgbClr val="F0EEEA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468112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0A0A0A"/>
                </a:solidFill>
                <a:latin typeface="Calibri"/>
              </a:rPr>
              <a:t>Please check the four add up to the total shown. </a:t>
            </a:r>
            <a:r>
              <a:rPr sz="1450" b="0">
                <a:solidFill>
                  <a:srgbClr val="0A0A0A"/>
                </a:solidFill>
                <a:latin typeface="Calibri"/>
              </a:rPr>
              <a:t>They should, to the cent. If any two figures disagree anywhere in the app, that is a serious bug.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PHASE 02  ·  STEP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Confirm the budget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700" b="0">
                <a:solidFill>
                  <a:srgbClr val="0A0A0A"/>
                </a:solidFill>
                <a:latin typeface="Calibri"/>
              </a:rPr>
              <a:t>Accept our estimate, or type your contractor’s figure instead.
Every stage payment is recalculated from whatever you confirm.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103120"/>
            <a:ext cx="4236415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377440"/>
            <a:ext cx="3596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A0A0A"/>
                </a:solidFill>
                <a:latin typeface="Calibri"/>
              </a:rPr>
              <a:t>Try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834640"/>
            <a:ext cx="35963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Type a figure 10% higher than ours, then check the payment schedule matches your number rather than 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480560"/>
            <a:ext cx="10545775" cy="12801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70916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Free plan limit: three active projects.  </a:t>
            </a:r>
            <a:r>
              <a:rPr sz="1500" b="0">
                <a:solidFill>
                  <a:srgbClr val="BBBBBB"/>
                </a:solidFill>
                <a:latin typeface="Calibri"/>
              </a:rPr>
              <a:t>To create a fourth, archive an old one first. Archived projects do not count toward the limit.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PHASE 03  · 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Ten stages, in build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19482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95144"/>
            <a:ext cx="19482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D8D6D2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651760"/>
            <a:ext cx="15824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Land Secured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3044952"/>
            <a:ext cx="15824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$0 — not charged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2348" y="2148840"/>
            <a:ext cx="19482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91804" y="2295144"/>
            <a:ext cx="19482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D8D6D2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1804" y="2651760"/>
            <a:ext cx="15824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Design Completed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1737" y="2148840"/>
            <a:ext cx="19482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1193" y="2295144"/>
            <a:ext cx="19482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D8D6D2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1193" y="2651760"/>
            <a:ext cx="15824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Site Preparation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1125" y="2148840"/>
            <a:ext cx="19482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0581" y="2295144"/>
            <a:ext cx="19482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D8D6D2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0581" y="2651760"/>
            <a:ext cx="15824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Foundation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20514" y="2148840"/>
            <a:ext cx="19482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9970" y="2295144"/>
            <a:ext cx="19482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D8D6D2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970" y="2651760"/>
            <a:ext cx="15824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Structure &amp; Walls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520440"/>
            <a:ext cx="19482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3666744"/>
            <a:ext cx="19482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D8D6D2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4023360"/>
            <a:ext cx="15824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Roofing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2348" y="3520440"/>
            <a:ext cx="19482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1804" y="3666744"/>
            <a:ext cx="19482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D8D6D2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91804" y="4023360"/>
            <a:ext cx="15824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Electrical &amp; Plumbing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1737" y="3520440"/>
            <a:ext cx="19482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1193" y="3666744"/>
            <a:ext cx="19482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D8D6D2"/>
                </a:solidFill>
                <a:latin typeface="Calibr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1193" y="4023360"/>
            <a:ext cx="15824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Finishing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71125" y="3520440"/>
            <a:ext cx="19482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0581" y="3666744"/>
            <a:ext cx="19482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D8D6D2"/>
                </a:solidFill>
                <a:latin typeface="Calibri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0581" y="4023360"/>
            <a:ext cx="15824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Exterior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0581" y="4416552"/>
            <a:ext cx="15824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$0 — not charged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20514" y="3520440"/>
            <a:ext cx="19482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39970" y="3666744"/>
            <a:ext cx="19482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D8D6D2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9970" y="4023360"/>
            <a:ext cx="15824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Final Handover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10235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60 substages in total. Only the current stage is unlocked — you cannot skip ahead, by design.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5532120"/>
            <a:ext cx="10545775" cy="658368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705856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Land and Exterior Work carry no money. Does a $0 stage read as deliberate, or as a bug?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PHASE 03  · 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How a stage completes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188969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377440"/>
            <a:ext cx="18896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D8D6D2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788920"/>
            <a:ext cx="147821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Open the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520440"/>
            <a:ext cx="14782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Expand it to see its substages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86979" y="2148840"/>
            <a:ext cx="188969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4723" y="2377440"/>
            <a:ext cx="18896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D8D6D2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4723" y="2788920"/>
            <a:ext cx="147821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Upload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4723" y="3520440"/>
            <a:ext cx="14782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A photo or document per substage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0998" y="2148840"/>
            <a:ext cx="188969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8742" y="2377440"/>
            <a:ext cx="18896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D8D6D2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8742" y="2788920"/>
            <a:ext cx="147821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Mark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8742" y="3520440"/>
            <a:ext cx="14782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Each substage in turn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017" y="2148840"/>
            <a:ext cx="188969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761" y="2377440"/>
            <a:ext cx="18896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D8D6D2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761" y="2788920"/>
            <a:ext cx="147821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Approve the 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761" y="3520440"/>
            <a:ext cx="14782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Once every substage is done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9036" y="2148840"/>
            <a:ext cx="1889699" cy="21488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6780" y="2377440"/>
            <a:ext cx="18896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888888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6780" y="2788920"/>
            <a:ext cx="147821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Next unlocks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6780" y="3520440"/>
            <a:ext cx="14782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AAAAAA"/>
                </a:solidFill>
                <a:latin typeface="Calibri"/>
              </a:rPr>
              <a:t>The following stage opens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548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516636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Is it obvious what evidence each substage wants?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553212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Does a large photo straight from a phone camera upload?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9788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" y="589788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Do the stage names match how a builder in your country would say them?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PHASE 04  · 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Costing and payments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COSTING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487168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Open "How is this calculated?"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907792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Expand Construction to see it across the 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2841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328416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Export the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PAYMENTS TAB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8716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2487168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Record a payment against Stage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2907792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Watch the paid total and bar 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2841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3328416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>
                <a:solidFill>
                  <a:srgbClr val="0A0A0A"/>
                </a:solidFill>
                <a:latin typeface="Calibri"/>
              </a:rPr>
              <a:t>Mark it unpaid again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977639"/>
            <a:ext cx="10545775" cy="1371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206240"/>
            <a:ext cx="972281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The most valuable check in the whole beta:  </a:t>
            </a:r>
            <a:r>
              <a:rPr sz="1550" b="0">
                <a:solidFill>
                  <a:srgbClr val="BBBBBB"/>
                </a:solidFill>
                <a:latin typeface="Calibri"/>
              </a:rPr>
              <a:t>the total on the Overview donut, the Costing tab, the Payments schedule and the exported PDF must all be identical. If any two differ, screenshot both and send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2356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6B6B"/>
                </a:solidFill>
                <a:latin typeface="Calibri"/>
              </a:rPr>
              <a:t>Design, permit and professional fees appear as their own payment lines — they are not tied to site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PHASE 05  ·  CONTRACTORS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Invitations and the Bill of Quantities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AS THE HOMEOWNER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487168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Invite a contractor by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907792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One contractor per project on the free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2841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328416"/>
            <a:ext cx="4791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They see Stages and Messages — not your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48764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AS THE CONTRACTOR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8716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2487168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Open Bill of Quantities, start a take-off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2907792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Every line arrives already priced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2841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4" y="3328416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Change a rate — the total moves immediately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4904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3749040"/>
            <a:ext cx="45473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Save draft, then submit to the client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10545775" cy="1508760"/>
          </a:xfrm>
          <a:prstGeom prst="rect">
            <a:avLst/>
          </a:prstGeom>
          <a:solidFill>
            <a:srgbClr val="F0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553712"/>
            <a:ext cx="98142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1">
                <a:solidFill>
                  <a:srgbClr val="0A0A0A"/>
                </a:solidFill>
                <a:latin typeface="Calibri"/>
              </a:rPr>
              <a:t>Contractors, this is the question we need answered:  </a:t>
            </a:r>
            <a:r>
              <a:rPr sz="1450" b="0">
                <a:solidFill>
                  <a:srgbClr val="0A0A0A"/>
                </a:solidFill>
                <a:latin typeface="Calibri"/>
              </a:rPr>
              <a:t>do our item numbers match how you actually write a BQ? We use 204 footings, 305 blockwork, 503 roof sheet, 801–810 plumbing. Lines marked "est." are rates we inferred rather than measured — tell us which are wrong.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PHASE 05  · 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Finishing a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327141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450592"/>
            <a:ext cx="27227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0A0A0A"/>
                </a:solidFill>
                <a:latin typeface="Calibri"/>
              </a:rPr>
              <a:t>Final handover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99232"/>
            <a:ext cx="27227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6B6B6B"/>
                </a:solidFill>
                <a:latin typeface="Calibri"/>
              </a:rPr>
              <a:t>Complete stage 10. The build is done and the project reads as complete.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60138" y="2148840"/>
            <a:ext cx="327141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0178" y="2450592"/>
            <a:ext cx="27227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0A0A0A"/>
                </a:solidFill>
                <a:latin typeface="Calibri"/>
              </a:rPr>
              <a:t>Archive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0178" y="2999232"/>
            <a:ext cx="27227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6B6B6B"/>
                </a:solidFill>
                <a:latin typeface="Calibri"/>
              </a:rPr>
              <a:t>Hides it and frees a plan slot. Everything is kept. Reversible at any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2148840"/>
            <a:ext cx="3271418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9B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7356" y="2450592"/>
            <a:ext cx="27227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9B2222"/>
                </a:solidFill>
                <a:latin typeface="Calibri"/>
              </a:rPr>
              <a:t>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356" y="2999232"/>
            <a:ext cx="27227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6B6B6B"/>
                </a:solidFill>
                <a:latin typeface="Calibri"/>
              </a:rPr>
              <a:t>Permanent. Removes the project, stages, documents, payments and messages.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Calibri"/>
              </a:rP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512064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Is the difference between archive and delete clear before you click?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548640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Does archiving free a slot, so you can create another project?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5852160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0A0A0A"/>
                </a:solidFill>
                <a:latin typeface="Calibri"/>
              </a:rPr>
              <a:t>Does the delete warning tell you enough to decide?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6B6B6B"/>
                </a:solidFill>
                <a:latin typeface="Calibri"/>
              </a:rPr>
              <a:t>PLEASE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96112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0A0A0A"/>
                </a:solidFill>
                <a:latin typeface="Calibri"/>
              </a:rPr>
              <a:t>Known limits — no need to report these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72768"/>
            <a:ext cx="1371600" cy="228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1054577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3113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249424"/>
            <a:ext cx="7116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Recording only. No money moves. Stripe and mobile money are not connected.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761488"/>
            <a:ext cx="10545775" cy="548640"/>
          </a:xfrm>
          <a:prstGeom prst="rect">
            <a:avLst/>
          </a:prstGeom>
          <a:solidFill>
            <a:srgbClr val="FAFAF8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89504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Cost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907792"/>
            <a:ext cx="7116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Calibrated on four real Cameroonian bills of quantities. Cameroon is most accurate; other countries are indexed estimates.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19856"/>
            <a:ext cx="1054577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547872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Staff quarters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566160"/>
            <a:ext cx="7116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We ask the question but do not price it yet — awaiting a bill of quantities.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078224"/>
            <a:ext cx="10545775" cy="548640"/>
          </a:xfrm>
          <a:prstGeom prst="rect">
            <a:avLst/>
          </a:prstGeom>
          <a:solidFill>
            <a:srgbClr val="FAFAF8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206240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Some BQ rates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224528"/>
            <a:ext cx="7116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Lines marked "est." have no source document behind them yet.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736592"/>
            <a:ext cx="1054577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86460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Nigeria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882896"/>
            <a:ext cx="7116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Rates are unverified. We have no Nigerian bill of quantities.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394960"/>
            <a:ext cx="10545775" cy="548640"/>
          </a:xfrm>
          <a:prstGeom prst="rect">
            <a:avLst/>
          </a:prstGeom>
          <a:solidFill>
            <a:srgbClr val="FAFAF8"/>
          </a:solidFill>
          <a:ln w="12700">
            <a:solidFill>
              <a:srgbClr val="D8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522976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Jalla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541264"/>
            <a:ext cx="7116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Budget is set by our team after creation, so the project opens showing a banner.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Groundwork by Jalla  ·  Beta testing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4335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9A9A9A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Tell us what confused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2011680" cy="28575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>
                <a:solidFill>
                  <a:srgbClr val="B8B8B8"/>
                </a:solidFill>
                <a:latin typeface="Calibri"/>
              </a:rPr>
              <a:t>Every question in this deck exists because we genuinely do not know the answer.
A confused tester is more useful to us than a polite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  <a:latin typeface="Calibri"/>
              </a:rPr>
              <a:t>contact@tryjalla.com   ·   tryjalla.com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